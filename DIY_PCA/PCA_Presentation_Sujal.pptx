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4" r:id="rId10"/>
    <p:sldId id="263" r:id="rId11"/>
    <p:sldId id="265" r:id="rId12"/>
    <p:sldId id="270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2201C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8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  <a:latin typeface="Baskerville Old Face" panose="02020602080505020303" pitchFamily="18" charset="0"/>
              </a:rPr>
              <a:t>Principal Component Analysis (PCA)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 using SVD</a:t>
            </a:r>
            <a:endParaRPr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</a:rPr>
              <a:t>By: Sujal Sinha(2311191)</a:t>
            </a:r>
          </a:p>
          <a:p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</a:rPr>
              <a:t>Date: 26</a:t>
            </a:r>
            <a:r>
              <a:rPr lang="en-US" baseline="30000" dirty="0">
                <a:solidFill>
                  <a:srgbClr val="F44E0C"/>
                </a:solidFill>
                <a:latin typeface="Baskerville Old Face" panose="02020602080505020303" pitchFamily="18" charset="0"/>
              </a:rPr>
              <a:t>th</a:t>
            </a:r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</a:rPr>
              <a:t>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ct val="20000"/>
              </a:spcBef>
            </a:pPr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What is PCA?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02201C"/>
          </a:solidFill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sz="44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A technique to find the directions of maximum variance in data.</a:t>
            </a:r>
          </a:p>
          <a:p>
            <a:pPr lvl="1"/>
            <a:r>
              <a:rPr sz="44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Used for dimensionality reduction and pattern discovery.</a:t>
            </a:r>
          </a:p>
          <a:p>
            <a:pPr lvl="1"/>
            <a:r>
              <a:rPr sz="44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Transforms data into new orthogonal axes called Principal Components.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Why Use PCA</a:t>
            </a:r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?</a:t>
            </a:r>
            <a:endParaRPr sz="3200" dirty="0">
              <a:solidFill>
                <a:srgbClr val="F44E0C"/>
              </a:solidFill>
              <a:latin typeface="Baskerville Old Face" panose="02020602080505020303" pitchFamily="18" charset="0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lnSpc>
                <a:spcPct val="80000"/>
              </a:lnSpc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Removes redundancy by combining correlated features.</a:t>
            </a:r>
          </a:p>
          <a:p>
            <a:pPr lvl="1">
              <a:lnSpc>
                <a:spcPct val="80000"/>
              </a:lnSpc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Simplifies datasets while preserving important patterns.</a:t>
            </a:r>
          </a:p>
          <a:p>
            <a:pPr lvl="1">
              <a:lnSpc>
                <a:spcPct val="80000"/>
              </a:lnSpc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Useful in visualization, ML preprocessing, noise reduction.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Core Mathematical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Given centered data matrix </a:t>
            </a:r>
            <a:r>
              <a:rPr sz="4100" dirty="0" err="1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Xc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: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Compute covariance matrix C = </a:t>
            </a:r>
            <a:r>
              <a:rPr sz="4100" dirty="0" err="1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Xc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ᵀ </a:t>
            </a:r>
            <a:r>
              <a:rPr sz="4100" dirty="0" err="1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Xc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Eigenvectors of C = PCA directions.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Eigenvalues of C = variance along each direction.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Why and how do we c</a:t>
            </a:r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enter the Data</a:t>
            </a:r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?</a:t>
            </a:r>
            <a:endParaRPr dirty="0">
              <a:solidFill>
                <a:srgbClr val="F44E0C"/>
              </a:solidFill>
              <a:latin typeface="Baskerville Old Face" panose="02020602080505020303" pitchFamily="18" charset="0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 Means are subtracted so PCA analyzes shape, not location.</a:t>
            </a:r>
          </a:p>
          <a:p>
            <a:pPr lvl="1"/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Centering ensures it reflects true variability.</a:t>
            </a:r>
          </a:p>
          <a:p>
            <a:pPr lvl="1"/>
            <a:endParaRPr lang="en-US" sz="41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1.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Compute mean of each column.</a:t>
            </a:r>
            <a:endParaRPr lang="en-US" sz="41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endParaRPr sz="41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2.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Subtract mean from each data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1D6A-FEBE-601D-FB50-63EAC1C3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Before and after centering our data</a:t>
            </a:r>
            <a:endParaRPr lang="en-IN" dirty="0">
              <a:solidFill>
                <a:srgbClr val="F44E0C"/>
              </a:solidFill>
              <a:latin typeface="Baskerville Old Face" panose="02020602080505020303" pitchFamily="18" charset="0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118F85-1622-E3B4-B9F8-4BDEA18F6A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1650" y="1533832"/>
            <a:ext cx="3951288" cy="4592331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33D8CDC-DACD-90CA-0F1B-E0347C36D78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690268" y="1533832"/>
            <a:ext cx="3951288" cy="4592331"/>
          </a:xfrm>
        </p:spPr>
      </p:pic>
    </p:spTree>
    <p:extLst>
      <p:ext uri="{BB962C8B-B14F-4D97-AF65-F5344CB8AC3E}">
        <p14:creationId xmlns:p14="http://schemas.microsoft.com/office/powerpoint/2010/main" val="1441707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SVD and PCA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 err="1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Xc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 = U Σ Vᵀ (Singular Value Decomposition).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Columns of V are principal directions.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Singular values σ → variance = σ².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SVD avoids numerical issues with XᵀX.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Understanding the Code:</a:t>
            </a:r>
            <a:b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</a:br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 PCA</a:t>
            </a:r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 </a:t>
            </a:r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using</a:t>
            </a:r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 </a:t>
            </a:r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SVD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1. Compute column means.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2. Subtract means → </a:t>
            </a:r>
            <a:r>
              <a:rPr sz="4100" dirty="0" err="1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Xc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3. Use SVD(</a:t>
            </a:r>
            <a:r>
              <a:rPr sz="4100" dirty="0" err="1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Xc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) → returns singular </a:t>
            </a: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	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values S and V matrix.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4. PCA variances = S².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5. Principal components = columns of </a:t>
            </a: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  	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Understanding the Code: Jacobi Eigen</a:t>
            </a:r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value</a:t>
            </a:r>
            <a:endParaRPr dirty="0">
              <a:solidFill>
                <a:srgbClr val="F44E0C"/>
              </a:solidFill>
              <a:latin typeface="Baskerville Old Face" panose="02020602080505020303" pitchFamily="18" charset="0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1.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Iteratively zeroes out off-diagonal </a:t>
            </a: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	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entries using rotations.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2.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Finds angle θ so rotation eliminates </a:t>
            </a: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	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M[p][q].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3.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Repeats until matrix is diagonal.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4.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Diagonal entries = eigenvalues </a:t>
            </a:r>
            <a:endParaRPr lang="en-US" sz="41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5. R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otation matrix = eigenvectors.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Understanding the Code: SVD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1.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Computes AᵀA using matrix multiplication.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2.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Calls </a:t>
            </a:r>
            <a:r>
              <a:rPr sz="4100" dirty="0" err="1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jacobi_eigen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() to find eigenvalues/vectors.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3.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Singular values = sqrt(eigenvalues).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4.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Uses these V vectors as PCA </a:t>
            </a: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	  			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directions.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Final Output of PCA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1.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Means: used to center any future </a:t>
            </a: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	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data.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2.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Principal components V: directions </a:t>
            </a: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	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of maximum variance.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3.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Variances S²: tells how important </a:t>
            </a: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	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each component is.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4.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These are used to project or reduce </a:t>
            </a: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	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dimensionality.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533EE0-F337-5019-CD65-7BE9562E2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046" y="66368"/>
            <a:ext cx="6725263" cy="6725263"/>
          </a:xfrm>
        </p:spPr>
      </p:pic>
    </p:spTree>
    <p:extLst>
      <p:ext uri="{BB962C8B-B14F-4D97-AF65-F5344CB8AC3E}">
        <p14:creationId xmlns:p14="http://schemas.microsoft.com/office/powerpoint/2010/main" val="3393318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Applications of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indent="-742950">
              <a:lnSpc>
                <a:spcPct val="80000"/>
              </a:lnSpc>
              <a:spcBef>
                <a:spcPct val="0"/>
              </a:spcBef>
              <a:buAutoNum type="arabicPeriod"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Data compression.</a:t>
            </a:r>
            <a:endParaRPr lang="en-US" sz="41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  <a:p>
            <a:pPr lvl="1" indent="-742950">
              <a:lnSpc>
                <a:spcPct val="80000"/>
              </a:lnSpc>
              <a:spcBef>
                <a:spcPct val="0"/>
              </a:spcBef>
              <a:buAutoNum type="arabicPeriod"/>
            </a:pPr>
            <a:endParaRPr sz="41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2.  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Noise filtering.</a:t>
            </a:r>
            <a:endParaRPr lang="en-US" sz="41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endParaRPr sz="41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3.  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Machine Learning preprocessing </a:t>
            </a:r>
            <a:r>
              <a:rPr lang="en-US"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		  </a:t>
            </a: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(scaling + PCA).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PCA finds patterns by rotating data into meaningful axes.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endParaRPr lang="en-US" sz="41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Outputs: Means, Variances, PCA Directions.</a:t>
            </a:r>
          </a:p>
          <a:p>
            <a:pPr marL="0" lvl="1" indent="0">
              <a:lnSpc>
                <a:spcPct val="80000"/>
              </a:lnSpc>
              <a:spcBef>
                <a:spcPct val="0"/>
              </a:spcBef>
              <a:buNone/>
            </a:pPr>
            <a:r>
              <a:rPr sz="41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Result: A powerful dimensionality reduction tool.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D018-C946-B8F7-4E25-EB9D28D7F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44E0C"/>
                </a:solidFill>
                <a:latin typeface="Baskerville Old Face" panose="02020602080505020303" pitchFamily="18" charset="0"/>
                <a:ea typeface="+mn-ea"/>
                <a:cs typeface="+mn-cs"/>
              </a:rPr>
              <a:t>References</a:t>
            </a:r>
            <a:endParaRPr lang="en-IN" dirty="0">
              <a:solidFill>
                <a:srgbClr val="F44E0C"/>
              </a:solidFill>
              <a:latin typeface="Baskerville Old Face" panose="02020602080505020303" pitchFamily="18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2A193-1986-C32D-CB47-8434F0F31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 Ian T. Jolliffe, and Jorge Cadima. “Principal component analysis: a review and recent developments.” Philosophical Transactions of the Royal Society A: Mathematical, Physical and Engineering Sciences.</a:t>
            </a:r>
          </a:p>
          <a:p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  <a:p>
            <a:r>
              <a:rPr lang="en-IN" sz="24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Jolliffe, I.T. Principal Component Analysis. 2nd edition. Springer, 2002</a:t>
            </a: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ea typeface="+mj-ea"/>
                <a:cs typeface="+mj-cs"/>
              </a:rPr>
              <a:t>. DOI:10.1098/rsta.2015.0202.</a:t>
            </a:r>
            <a:endParaRPr lang="en-IN" sz="2400" dirty="0">
              <a:solidFill>
                <a:schemeClr val="bg1"/>
              </a:solidFill>
              <a:latin typeface="Baskerville Old Face" panose="02020602080505020303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455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533</Words>
  <Application>Microsoft Office PowerPoint</Application>
  <PresentationFormat>On-screen Show (4:3)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Baskerville Old Face</vt:lpstr>
      <vt:lpstr>Calibri</vt:lpstr>
      <vt:lpstr>Office Theme</vt:lpstr>
      <vt:lpstr>Principal Component Analysis (PCA) using SVD</vt:lpstr>
      <vt:lpstr>What is PCA?</vt:lpstr>
      <vt:lpstr>Why Use PCA?</vt:lpstr>
      <vt:lpstr>Core Mathematical Idea</vt:lpstr>
      <vt:lpstr>Why and how do we center the Data?</vt:lpstr>
      <vt:lpstr>Before and after centering our data</vt:lpstr>
      <vt:lpstr>SVD and PCA Connection</vt:lpstr>
      <vt:lpstr>Understanding the Code:  PCA using SVD</vt:lpstr>
      <vt:lpstr>Understanding the Code: Jacobi Eigenvalue</vt:lpstr>
      <vt:lpstr>Understanding the Code: SVD Function</vt:lpstr>
      <vt:lpstr>Final Output of PCA Code</vt:lpstr>
      <vt:lpstr>PowerPoint Presentation</vt:lpstr>
      <vt:lpstr>Applications of PCA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SUJAL SINHA</cp:lastModifiedBy>
  <cp:revision>9</cp:revision>
  <dcterms:created xsi:type="dcterms:W3CDTF">2013-01-27T09:14:16Z</dcterms:created>
  <dcterms:modified xsi:type="dcterms:W3CDTF">2025-11-23T14:07:15Z</dcterms:modified>
  <cp:category/>
</cp:coreProperties>
</file>